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8016"/>
            <a:ext cx="8631936" cy="4882896"/>
          </a:xfrm>
          <a:prstGeom prst="rect">
            <a:avLst/>
          </a:prstGeom>
          <a:solidFill>
            <a:srgbClr val="0A0E1A"/>
          </a:solidFill>
          <a:ln w="1905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100" kern="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IoT-Based Smart Electronics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100" kern="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Safety and Asset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100" kern="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System Using ESP32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2926080" y="3657600"/>
            <a:ext cx="3291840" cy="512064"/>
          </a:xfrm>
          <a:prstGeom prst="rect">
            <a:avLst/>
          </a:prstGeom>
          <a:solidFill>
            <a:srgbClr val="1A3A6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65760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USING: ESP32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MOHANAKRISHNAN S  |  KAWIN KUMAR P  |  ABINANDHAN A V  |  MANIISHANKAR 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914400"/>
            <a:ext cx="265176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9692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1572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OF PROJECT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914400"/>
            <a:ext cx="265176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9692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29000" y="1572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SENSOR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&amp; HUMIDITY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914400"/>
            <a:ext cx="265176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9692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00800" y="1572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MQ-5 SENSOR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606040"/>
            <a:ext cx="265176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66090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57200" y="3264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SENSOR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2606040"/>
            <a:ext cx="265176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66090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3429000" y="3264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29000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DETECTION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2606040"/>
            <a:ext cx="265176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266090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400800" y="3264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I2C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3721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ADAPTER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664208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2514600" y="17830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 32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E A R T   O F   P R O J E C 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 OF PROJECT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9144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is a powerful dual-core microcontroller developed by Espressif Systems, featuring integrated 2.4 GHz Wi-Fi and Bluetooth/BLE. It is designed for IoT applications with a 32-bit Xtensa LX6 processor running at up to 240 MHz, 520 KB SRAM, and rich GPIO peripherals, programmed using the Arduino IDE.
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Tensilica Xtensa Dual-Core 32-bit LX6, 160/240 MHz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Voltage: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3355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(5V tolerant input pins)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648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 b/g/n 2.4 GHz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v4.2 BR/EDR &amp; 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233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4233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integrated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Pins: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programmable GPIO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914400"/>
            <a:ext cx="3474720" cy="365760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DevKit V1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141732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MCU with Wi-Fi &amp; BLE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0–39 | ADC | PWM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| SPI | UART | DAC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Input → 3.3V Logic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Compatible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ESP32 DEVKIT V1 DOIT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DHT11 SENSOR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664208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2514600" y="1783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 11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E M P E R A T U R E   M O N I T O R I N 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 11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9144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DHT11 is a low-cost, 3-5V digital temperature and humidity sensor designed for basic environmental monitoring. It provides temperature readings of 0-50°C and humidity from 20-80% RH. It uses a single-wire digital interface, making it easy to use with ESP32 via GPIO 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Specifications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371600"/>
            <a:ext cx="3657600" cy="384048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426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Voltage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426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to 5V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810512"/>
            <a:ext cx="3657600" cy="384048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865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865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0°C to 50°C (±2°C accuracy)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249424"/>
            <a:ext cx="3657600" cy="384048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Range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to 90% RH (±5% accuracy)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688336"/>
            <a:ext cx="3657600" cy="384048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 (once per second)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127248"/>
            <a:ext cx="3657600" cy="384048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Single-bus digital signal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566160"/>
            <a:ext cx="3657600" cy="384048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6210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GPIO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6210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 (DATA pin)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606040"/>
            <a:ext cx="4297680" cy="210312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in Project: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3063240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temperature &amp; humidity in real time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LCD displays: T:29C  H:65%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uploaded to ThingSpeak Field 1 &amp; 2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Connected to GPIO 4 of ESP32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MQ-5 GAS SENSOR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664208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2514600" y="1783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MQ-5 SENSOR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A S   L E A K A G E   D E T E C T I O 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MQ-5 GAS SENSOR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914400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MQ-5 is a gas sensor that detects combustible gases including LPG, natural gas, methane, and smoke. It uses a heated metal-oxide semiconductor element whose resistance changes in the presence of target gases. Operates at 5V and provides analog output connected to GPIO 34 (ADC).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4069080" cy="13258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Detects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 •  Methane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•  Natural Gas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Vapors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069080" cy="13258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23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Threshold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Value &gt; 2500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instantly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+ Buzzer 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794760"/>
            <a:ext cx="4069080" cy="13258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Display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LEAKAGE!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[raw ADC]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ThingSpeak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794760"/>
            <a:ext cx="4069080" cy="13258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2519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→ 5V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→ GND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→ GPIO 34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SENSOR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664208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2514600" y="1783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SENSOR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I R E   D E T E C T I O 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SENSOR  &amp;  HC-SR04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914400"/>
            <a:ext cx="4069080" cy="38404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FLAME SENSOR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1463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infrared radiation from a flame.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goes LOW when fire is detected.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2128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Voltage: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212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6151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19 (Digital IN)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017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+ Buzzer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19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4198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ALERT! / CHECK LAB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822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822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5 = FIRE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069080" cy="3840480"/>
          </a:xfrm>
          <a:prstGeom prst="rect">
            <a:avLst/>
          </a:prstGeom>
          <a:solidFill>
            <a:srgbClr val="0A153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HC-SR04 ULTRASONIC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1463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equipment movement using ultrasonic pulses. Measures distance; alerts when deviation &gt; 10 cm from reference.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2331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2331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cm to 400 cm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7340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27340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136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ECHO: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3136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27 (via divider)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5387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35387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 + Buzzer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941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39410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MOVED / D:XXcm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70832" y="914400"/>
            <a:ext cx="36576" cy="384048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MODULE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645920"/>
            <a:ext cx="6400800" cy="146304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664208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2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2514600" y="1783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MODULE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I S P L A Y   A D A P T E 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INDICATION LOGIC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868680"/>
            <a:ext cx="8229600" cy="43891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9052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9052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INDICATOR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9052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A3A1A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481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Safe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14813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LED 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1481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121408"/>
            <a:ext cx="8229600" cy="685800"/>
          </a:xfrm>
          <a:prstGeom prst="rect">
            <a:avLst/>
          </a:prstGeom>
          <a:solidFill>
            <a:srgbClr val="2A2A0A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231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Leakage Detected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2231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 LED 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2311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871216"/>
            <a:ext cx="8229600" cy="685800"/>
          </a:xfrm>
          <a:prstGeom prst="rect">
            <a:avLst/>
          </a:prstGeom>
          <a:solidFill>
            <a:srgbClr val="3A0A0A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8094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0" y="298094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LED 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29809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621024"/>
            <a:ext cx="8229600" cy="685800"/>
          </a:xfrm>
          <a:prstGeom prst="rect">
            <a:avLst/>
          </a:prstGeom>
          <a:solidFill>
            <a:srgbClr val="0A1A3A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Moved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Blue LED 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7307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PRIORITY:  🔴 Fire  →  🟡 Gas  →  🔵 Movement  →  🟢 Normal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CONNECTION DETAILS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905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905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80360" y="905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261872"/>
            <a:ext cx="4114800" cy="530352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8036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856232"/>
            <a:ext cx="4114800" cy="530352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(Analog Out)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50592"/>
            <a:ext cx="4114800" cy="530352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9164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(Digital Out)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8036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044952"/>
            <a:ext cx="4114800" cy="530352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36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91640" y="3136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80360" y="3136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39312"/>
            <a:ext cx="4114800" cy="530352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9164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8036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33672"/>
            <a:ext cx="4114800" cy="530352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25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91640" y="4325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80360" y="4325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905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905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60920" y="905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1261872"/>
            <a:ext cx="4114800" cy="530352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I2C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220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60920" y="1353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1856232"/>
            <a:ext cx="4114800" cy="530352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7220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60920" y="1947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2450592"/>
            <a:ext cx="4114800" cy="530352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7220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(220Ω)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6092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13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3044952"/>
            <a:ext cx="4114800" cy="530352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3136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172200" y="3136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(220Ω)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60920" y="31363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0" y="3639312"/>
            <a:ext cx="4114800" cy="530352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7220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(220Ω)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60920" y="37307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54880" y="4233672"/>
            <a:ext cx="4114800" cy="530352"/>
          </a:xfrm>
          <a:prstGeom prst="rect">
            <a:avLst/>
          </a:prstGeom>
          <a:solidFill>
            <a:srgbClr val="0E19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4325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LED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72200" y="4325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(220Ω)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360920" y="4325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PRINCIPLE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960120"/>
            <a:ext cx="411480" cy="71323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0698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ON: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13075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LAB SAFETY / SYSTEM on LCD and connects to Wi-Fi. Captures reference distance.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764792"/>
            <a:ext cx="8503920" cy="713232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1764792"/>
            <a:ext cx="411480" cy="71323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8745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1810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Reading: 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21122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DHT11, MQ-5, Flame Sensor, HC-SR04 are read continuously in the main loop every second.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569464"/>
            <a:ext cx="8503920" cy="713232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569464"/>
            <a:ext cx="411480" cy="71323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791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26151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Alert Check: 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29169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→ Gas → Movement → Normal mode is evaluated in strict priority order each loop cycle.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374136"/>
            <a:ext cx="8503920" cy="713232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374136"/>
            <a:ext cx="411480" cy="71323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48386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2960" y="341985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Output:  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3721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LED activates, buzzer sounds, and LCD shows the specific alert with sensor value.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178808"/>
            <a:ext cx="8503920" cy="713232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178808"/>
            <a:ext cx="411480" cy="71323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8853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2960" y="42245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Upload:  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4526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20 seconds, Temperature, Humidity, Gas, Distance &amp; Alert Status sent to ThingSpeak.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THINGSPEAK IoT DASHBOARD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91440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data is uploaded to the ThingSpeak cloud platform via Wi-Fi every 20 seconds, enabling remote monitoring from any mobile or laptop.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1828800"/>
            <a:ext cx="2560320" cy="10972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(°C)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560320" cy="10972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(%)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1828800"/>
            <a:ext cx="2560320" cy="10972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Level (ADC)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18488" y="3200400"/>
            <a:ext cx="2560320" cy="10972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3291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09928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(cm)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98848" y="3200400"/>
            <a:ext cx="2560320" cy="1097280"/>
          </a:xfrm>
          <a:prstGeom prst="rect">
            <a:avLst/>
          </a:prstGeom>
          <a:solidFill>
            <a:srgbClr val="112044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3291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90288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Status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 Sensors → ESP32 → Wi-Fi → ThingSpeak → Mobile / Web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APPLICATIONS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841248"/>
            <a:ext cx="4114800" cy="34747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877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841248"/>
            <a:ext cx="4114800" cy="347472"/>
          </a:xfrm>
          <a:prstGeom prst="rect">
            <a:avLst/>
          </a:prstGeom>
          <a:solidFill>
            <a:srgbClr val="0A306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77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1298448"/>
            <a:ext cx="4114800" cy="640080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389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multi-parameter monitoring simultaneously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029968"/>
            <a:ext cx="4114800" cy="640080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21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Priority-based alert ensures critical hazard shown first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61488"/>
            <a:ext cx="4114800" cy="640080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52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Color-coded LEDs allow instant visual alert identification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93008"/>
            <a:ext cx="4114800" cy="640080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844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Remote monitoring from anywhere via ThingSpeak cloud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224528"/>
            <a:ext cx="4114800" cy="640080"/>
          </a:xfrm>
          <a:prstGeom prst="rect">
            <a:avLst/>
          </a:prstGeom>
          <a:solidFill>
            <a:srgbClr val="112044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cost and scalable with additional sensors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1298448"/>
            <a:ext cx="4114800" cy="640080"/>
          </a:xfrm>
          <a:prstGeom prst="rect">
            <a:avLst/>
          </a:prstGeom>
          <a:solidFill>
            <a:srgbClr val="0A15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389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Electronics &amp; Computer Science lab safety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029968"/>
            <a:ext cx="4114800" cy="640080"/>
          </a:xfrm>
          <a:prstGeom prst="rect">
            <a:avLst/>
          </a:prstGeom>
          <a:solidFill>
            <a:srgbClr val="0A15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121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Industrial gas and fire hazard monitoring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761488"/>
            <a:ext cx="4114800" cy="640080"/>
          </a:xfrm>
          <a:prstGeom prst="rect">
            <a:avLst/>
          </a:prstGeom>
          <a:solidFill>
            <a:srgbClr val="0A15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52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Asset tracking in research labs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493008"/>
            <a:ext cx="4114800" cy="640080"/>
          </a:xfrm>
          <a:prstGeom prst="rect">
            <a:avLst/>
          </a:prstGeom>
          <a:solidFill>
            <a:srgbClr val="0A15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5844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Smart building environmental automation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4224528"/>
            <a:ext cx="4114800" cy="640080"/>
          </a:xfrm>
          <a:prstGeom prst="rect">
            <a:avLst/>
          </a:prstGeom>
          <a:solidFill>
            <a:srgbClr val="0A153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IoT embedded systems education demo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70832" y="841248"/>
            <a:ext cx="36576" cy="4160520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91440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2" y="4992624"/>
            <a:ext cx="201168" cy="27432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846320"/>
            <a:ext cx="27432" cy="201168"/>
          </a:xfrm>
          <a:prstGeom prst="rect">
            <a:avLst/>
          </a:prstGeom>
          <a:solidFill>
            <a:srgbClr val="2A5A9A"/>
          </a:solidFill>
          <a:ln w="12700">
            <a:solidFill>
              <a:srgbClr val="2A5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"/>
            <a:ext cx="146304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20624"/>
            <a:ext cx="1463040" cy="27432"/>
          </a:xfrm>
          <a:prstGeom prst="rect">
            <a:avLst/>
          </a:prstGeom>
          <a:solidFill>
            <a:srgbClr val="3A6FC0"/>
          </a:solidFill>
          <a:ln w="12700">
            <a:solidFill>
              <a:srgbClr val="3A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IoT-Based Smart Electronics Laboratory Safety and Asset Monitoring System successfully demonstrates the integration of multiple sensors with an ESP32 microcontroller and IoT cloud platform.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multiple sensors can be integrated with a microcontroller and cloud platform to build an efficient and smart monitoring system. It is scalable and can be enhanced with additional sensors and features in the future.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7315200" cy="36576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MOHANAKRISHNAN S          KAWINKUMAR P          ABINANDHAN A V          MANIISHANKAR 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Electronics Lab Safety Monitoring</dc:title>
  <dc:subject>PptxGenJS Presentation</dc:subject>
  <dc:creator>PptxGenJS</dc:creator>
  <cp:lastModifiedBy>PptxGenJS</cp:lastModifiedBy>
  <cp:revision>1</cp:revision>
  <dcterms:created xsi:type="dcterms:W3CDTF">2026-06-25T10:57:42Z</dcterms:created>
  <dcterms:modified xsi:type="dcterms:W3CDTF">2026-06-25T10:57:42Z</dcterms:modified>
</cp:coreProperties>
</file>